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(유)스카이항공 여행사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직원교육 프로그램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효율화 및 AI 활용 역량 강화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파악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프로세스 및 디지털 수준 진단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역량 교육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514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예약시스템, 고객서비스, 상품지식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방안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429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업무별 AI 도구 적용 전략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계획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343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로드맵 및 후속 조치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목표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효율화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업무 시간 단축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서비스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만족도 (NPS) 향상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역량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85800" y="4251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도구 활용 능력 습득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175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작성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3474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5029200" y="4251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제안서 수주율 향상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프로그램 구성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01168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항공 예약/발권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82296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74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10시간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시스템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프로세스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발권 업무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기능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118872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88720"/>
            <a:ext cx="201168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4173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서비스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97480" y="1874520"/>
            <a:ext cx="82296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1874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9시간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응대 매너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834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커뮤니케이션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클레임 처리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9748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스크립트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188720"/>
            <a:ext cx="201168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4173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상품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874520"/>
            <a:ext cx="82296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874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8시간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유형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834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지역별 특성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기술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분석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49440" y="118872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49440" y="1188720"/>
            <a:ext cx="201168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14173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프레젠테이션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086600" y="1874520"/>
            <a:ext cx="82296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7086600" y="1874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9시간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8660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구조화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86600" y="2834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원칙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8660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제작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86600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기술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방안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영역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방안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응대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1737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Claude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응대 스크립트, FAQ 답변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50% 단축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77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작성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377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Copilot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2377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제안서/보고서 초안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40% 단축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17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60" y="3017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AI, Claude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 생성, 번역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3017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효율화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657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94560" y="3657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3657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데이터 분석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지원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97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제작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94560" y="4297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Gamma, Claude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23360" y="4297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구성/내용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4297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제작 60% 단축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2103120"/>
            <a:ext cx="64008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1-2개월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2651760"/>
            <a:ext cx="21945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25880" y="2788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기초 교육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도구 소개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사용법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3-4개월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2651760"/>
            <a:ext cx="21945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69080" y="2788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적용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6908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업무별 활용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6908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작성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6908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검토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2376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5-6개월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2651760"/>
            <a:ext cx="21945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2788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고도화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228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구축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활용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측정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수준 진단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AI 활용도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업무에 AI 도구를 사용한 적이 있습니까?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도구 친숙도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서비스, 협업 도구 사용 수준은?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선호도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온라인/오프라인 중 선호하는 방식은?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160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희망 영역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526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효율화가 필요한 업무는 무엇입니까?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미팅 중 간단 설문을 통해 현황을 파악합니다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논의 사항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20040" cy="320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2801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직원들의 디지털 도구 활용 수준 파악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20040" cy="320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0116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우선순위가 높은 교육 영역 선정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743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도구 도입 시 보안 및 정보 관리 방안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4747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일정 및 방식 (집합/온라인/혼합) 결정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320040" cy="320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2062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효과 측정 방법 논의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 (Action Items)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1554480"/>
            <a:ext cx="457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수준 설문 결과 분석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9456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지정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09728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54480" y="2468880"/>
            <a:ext cx="457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커리큘럼 확정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19456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109728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54480" y="3383280"/>
            <a:ext cx="457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219456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도구 계정 및 환경 구축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19456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담당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109728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23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554480" y="4297680"/>
            <a:ext cx="457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219456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교육 시작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19456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직원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질의응답 및 논의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(유)스카이항공 여행사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스카이항공 여행사 직원교육</dc:title>
  <dc:subject>PptxGenJS Presentation</dc:subject>
  <dc:creator>Sky Aviation</dc:creator>
  <cp:lastModifiedBy>Sky Aviation</cp:lastModifiedBy>
  <cp:revision>1</cp:revision>
  <dcterms:created xsi:type="dcterms:W3CDTF">2026-01-28T00:27:11Z</dcterms:created>
  <dcterms:modified xsi:type="dcterms:W3CDTF">2026-01-28T00:27:11Z</dcterms:modified>
</cp:coreProperties>
</file>